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GAN-Inspired Scaffold for Autonomous Application Development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GitHub Copilot Cloud Agent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|  Features  |  Deployment  |  Validation  |  Azure AI Foundry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K  |  VP Engineering  | 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AUTONOMOUS CODE GENERATION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 Bias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that wrote the code rationalizes failures and declares victory prematurely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8328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0515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Regression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drops, functions grow, architecture drifts across multiple iterations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0515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51560"/>
            <a:ext cx="2560320" cy="54864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Exhaustion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550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projects exceed context windows — work restarts, knowledge is lost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8046720" cy="14630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GAN + KARPATHY RATCHET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22960" y="34747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Pattern: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generator (writes code) from evaluator (verifies code). Neither can do the other's job. Eliminates self-evaluation bias.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Ratchet: </a:t>
            </a:r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quality metric can only move forward, never backward. Coverage, lint, architecture — progress is monotonic and cumulative.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SCAFFOLD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INTERFACE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325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program.md  |  AGENTS.md  |  project-manifest.json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83080"/>
            <a:ext cx="7315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/build -&gt; /brd -&gt; /spec -&gt; /design -&gt; /implement -&gt; /evaluate -&gt; /auto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60320"/>
            <a:ext cx="7315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 (7)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 |  generator  |  evaluator  |  design-critic  |  security  |  ui  |  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37560"/>
            <a:ext cx="73152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(12 Hooks)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scope, env, secrets  |  Quality: lint, type, arch  |  Gates: pre-commit, sprint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114800"/>
            <a:ext cx="73152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LAYER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34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program.md  |  learned-rules  |  features.json  |  coverage-baseline  |  eval-scores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1645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2423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0" y="3200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3977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GAN-INSPIRED BUILD LOOP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3035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07899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next unfinished group from dependency graph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3035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81051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7373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Sprint Contract (Generator proposes, Evaluator finalizes)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53035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542032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42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4688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spawns agent team (TDD, phased micro-DAG, max 5 concurrent)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017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53035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273552"/>
            <a:ext cx="438912" cy="43891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0040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scores: Layer 1 API + Layer 2 Playwright + Layer 3 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53035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005072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9319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Commit &amp; next group  |  FAIL → Self-heal (3x) or revert + learn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1005840"/>
            <a:ext cx="2560320" cy="35661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1828800"/>
            <a:ext cx="210312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5080" y="182880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37960" y="2130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endpoints,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jsonschema validation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55080" y="2697480"/>
            <a:ext cx="210312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2697480"/>
            <a:ext cx="54864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Playwright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37960" y="2999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flows, semantic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assertions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3566160"/>
            <a:ext cx="210312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" name="Shape 36"/>
          <p:cNvSpPr/>
          <p:nvPr/>
        </p:nvSpPr>
        <p:spPr>
          <a:xfrm>
            <a:off x="6355080" y="356616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Vision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38679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Design-critic scores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weighted criteria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GAN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AGENTS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1430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specs, architecture,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97280" y="2514600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514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51760" y="10058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1430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80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tests, spawns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teams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200400" y="2514600"/>
            <a:ext cx="82296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0" y="2514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754880" y="10058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94960" y="11430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4632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app, verifies sprint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(GAN adversary)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303520" y="2514600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5303520" y="2514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858000" y="100584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98080" y="114300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28016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494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Critic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94944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scoring, 4 weighted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criteria, max 10 iters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406640" y="2514600"/>
            <a:ext cx="82296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4"/>
          <p:cNvSpPr/>
          <p:nvPr/>
        </p:nvSpPr>
        <p:spPr>
          <a:xfrm>
            <a:off x="7406640" y="25146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4864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1188720" y="306324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20040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008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40080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vulnerability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1097280" y="4434840"/>
            <a:ext cx="82296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7" name="Text 30"/>
          <p:cNvSpPr/>
          <p:nvPr/>
        </p:nvSpPr>
        <p:spPr>
          <a:xfrm>
            <a:off x="1097280" y="4434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265176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3291840" y="306324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200400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74320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Designer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2743200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from stories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3200400" y="4434840"/>
            <a:ext cx="82296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4" name="Text 36"/>
          <p:cNvSpPr/>
          <p:nvPr/>
        </p:nvSpPr>
        <p:spPr>
          <a:xfrm>
            <a:off x="3200400" y="4434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4754880" y="2926080"/>
            <a:ext cx="192024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394960" y="3063240"/>
            <a:ext cx="640080" cy="640080"/>
          </a:xfrm>
          <a:prstGeom prst="ellipse">
            <a:avLst/>
          </a:prstGeom>
          <a:solidFill>
            <a:srgbClr val="0A1628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3200400"/>
            <a:ext cx="365760" cy="36576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84632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Engineer</a:t>
            </a:r>
            <a:endParaRPr lang="en-US" sz="1200" dirty="0"/>
          </a:p>
        </p:txBody>
      </p:sp>
      <p:sp>
        <p:nvSpPr>
          <p:cNvPr id="49" name="Text 40"/>
          <p:cNvSpPr/>
          <p:nvPr/>
        </p:nvSpPr>
        <p:spPr>
          <a:xfrm>
            <a:off x="4846320" y="4023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plans, fixtures,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5303520" y="4434840"/>
            <a:ext cx="82296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1" name="Text 42"/>
          <p:cNvSpPr/>
          <p:nvPr/>
        </p:nvSpPr>
        <p:spPr>
          <a:xfrm>
            <a:off x="5303520" y="4434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4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Agent Layer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SDLC SKILLS (COMMANDS)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52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/scaffold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project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123444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252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interview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47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+ dep graph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182880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847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/design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+ schemas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/build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8-phase pipeline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24231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Ratcheting loop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035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/implement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 + teams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301752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0" y="3035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/evaluate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verification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MAINTENANCE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23444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1252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1252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+ E2E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82880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37760" y="1847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/deploy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init.sh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49440" y="182880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040880" y="1847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/fix-issue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workflow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4231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37760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/refactor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refactoring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49440" y="242316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040880" y="24414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/improve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040880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enhancement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017520"/>
            <a:ext cx="1920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937760" y="3035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/lint-drift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37760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scanner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EXECUTION MODES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4069080"/>
            <a:ext cx="192024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087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($100-300)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gates, agent teams, design critic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651760" y="4069080"/>
            <a:ext cx="192024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0" y="4087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($30-80)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4320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1-5, agent teams, no design critic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54880" y="4069080"/>
            <a:ext cx="192024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4087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($5-15)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4632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1-3, no teams, no evaluator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58000" y="4069080"/>
            <a:ext cx="192024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1" name="Text 59"/>
          <p:cNvSpPr/>
          <p:nvPr/>
        </p:nvSpPr>
        <p:spPr>
          <a:xfrm>
            <a:off x="6949440" y="40873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 ($30-50)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94944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1-3 per commit, 4-6 at end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4" name="Text 6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Skills &amp; Modes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QUALITY GATE HOOKS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scope-directory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9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Writes outside project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protect-env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.env modifications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23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detect-secrets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API keys, tokens, PII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960120"/>
            <a:ext cx="32918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960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3291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1389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lint-on-save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6093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— Ruff / ESLint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938528"/>
            <a:ext cx="3291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19568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typecheck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1762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— mypy / tsc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2505456"/>
            <a:ext cx="3291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252374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check-architecture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7432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Upward layer imports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3072384"/>
            <a:ext cx="3291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30906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check-function-length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331012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Warn/Block — &gt;50 warn, &gt;100 block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639312"/>
            <a:ext cx="329184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0" y="3657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check-file-length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8770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Warn/Block — &gt;200 warn, &gt;300 block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66560" y="960120"/>
            <a:ext cx="256032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766560" y="1371600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pre-commit-gate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1609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Full arch scan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1938528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58000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sprint-contract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21762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Evaluator verdict required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2505456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0" y="25237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teammate-idle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— No tests = no idle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072384"/>
            <a:ext cx="256032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0" y="3090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task-completed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310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— Arch scan + /review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Enforcement Layer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COPILOT CLOUD AGENT ACTIVATES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143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.github/ scaffold to repo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03120" y="1325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67712" y="10058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24912" y="1143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72491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59152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59152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assigned to @copilot or /copilot slash command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22192" y="1325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86784" y="10058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43984" y="11430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443984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78224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78224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spins up Ubuntu VM with Node, Python, Docker, Git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41264" y="1325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05856" y="10058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1430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163056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797296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97296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reads .github/ configs, runs full harness pipeline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60336" y="13258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24928" y="10058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882128" y="114300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7882128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16368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16368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branch, writes code + tests, runs gates, opens PR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VM ENVIRONMENT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VM (Codespace-like)    |    Node 20+, Python 3, Docker, Git CLI, gh CLI    |    Full repo clone with outbound internet    |    Ephemeral — VM destroyed after PR opened    |    State persisted via .github/state/ commits    |    Copilot Enterprise / Business plan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Deployment Flow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SCAFFOLD TO YOUR PROJECT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960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Scaffold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960120"/>
            <a:ext cx="5120640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3703320" y="96012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https://github.com/cwijayasundara/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copilot_harness_eng_v1.git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7099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.github/ to Target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709928"/>
            <a:ext cx="5120640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70992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copilot_harness_eng_v1/.github/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your-project/.github/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4597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459736"/>
            <a:ext cx="5120640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245973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.github/ &amp;&amp; git commit -m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"feat: add Copilot harness"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2095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Copilot Agent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66160" y="3209544"/>
            <a:ext cx="5120640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20954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-&gt; Copilot 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 'Copilot coding agent'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9593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Issue to Copilot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566160" y="3959352"/>
            <a:ext cx="5120640" cy="6217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395935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issue create --title "Build auth"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--assignee "@copilot"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Getting Started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HARNESS GETS USED IN PRACTICE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5819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Issue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1554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writes user story or bug report as GitHub Issue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Copilot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@copilot — agent starts autonomously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4963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6888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BRD -&gt; spec -&gt; design -&gt; implement -&gt; evaluate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29535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Opens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688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creates branch, commits code + tests, opens PR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34107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6888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code review, CI checks, merge when ready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386791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688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program.md or reassign to steer future builds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3931920" cy="34747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4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600200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21208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Issue Processing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76656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issues = multiple VMs running simultaneously</a:t>
            </a:r>
            <a:endParaRPr lang="en-US" sz="850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228600" cy="2286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2120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Local Compute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67665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execution happens on GitHub cloud infrastructure</a:t>
            </a:r>
            <a:endParaRPr lang="en-US" sz="8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514600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2120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PR-Based Review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76656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team workflow — no new tools to learn</a:t>
            </a:r>
            <a:endParaRPr lang="en-US" sz="85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228600" cy="2286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212080" y="2926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67665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targeted fix attempts before revert + learned rule extraction</a:t>
            </a:r>
            <a:endParaRPr lang="en-US" sz="8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429000"/>
            <a:ext cx="228600" cy="2286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21208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Quality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6766560" y="3383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lint, architecture can only improve, never regress</a:t>
            </a:r>
            <a:endParaRPr lang="en-US" sz="85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86200"/>
            <a:ext cx="228600" cy="2286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12080" y="3840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Knowledge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676656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rules persist across sessions via state files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0" name="Text 4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Usage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vs CLAUDE CODE — TWO RUNTIMES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41148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7899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05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AGENT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82880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1520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2880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Ubuntu VM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82880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assigned to @copilot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82880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 after completion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152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82880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autonomous run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152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82880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 only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828800" y="3419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gate JSON files + adapter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1520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82880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read/edit/search/execute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82880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plan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91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1005840"/>
            <a:ext cx="3931920" cy="4114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78992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303520" y="1005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(LOCAL)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4892040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9893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892040" y="1865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989320" y="18653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Developer's local machine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89204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598932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claude /build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89204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598932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loop (approves phases 1-3)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89204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598932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Multi-window chaining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8920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98932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 (persistent)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892040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5989320" y="3419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settings.json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4892040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598932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Read/Write/Edit/Glob/Grep/Bash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89204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5989320" y="40416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($5-300)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16052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Scaffold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COMPARISON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Cloud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(Local)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Generator + Evaluator separation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Generator + Evaluator separation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Karpathy Ratchet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Monotonic progress enforcement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Monotonic progress enforcement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Contracts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Machine-readable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Machine-readable 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Custom agents (max 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Agent teams (experimental)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Three-Layer Eval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API + Playwright + 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API + Playwright + Vision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Chaining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Via git commits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Via local state files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Quality Hooks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With normalizeInput adapter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Via unified settings.json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3 attempts + revert + 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3 attempts + revert + 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PR review after completion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In-the-loop phases 1-3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Mid-Build Steering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Edit program.md, re-trigger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Edit program.md live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Ecosystem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MCP servers + conventions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8+ official plugins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File-Scoped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.instructions.md per glob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Multiple VMs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Single terminal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Cloud VM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Databases, APIs, 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Feature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SCAFFOLD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393192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CLOUD WHEN...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fully autonomous execution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trigger work via GitHub Issues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PR-based review workflow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uses GitHub-centric 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zero local compute cost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parallel issue processing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file-scoped instructions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005840"/>
            <a:ext cx="393192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WHEN...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human-in-the-loop control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steer the build mid-flight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prototyping or exploring ideas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multi-session chaining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prefer terminal / IDE interaction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access to local services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Superpowers plugin ecosystem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 |  SAME QUALITY GUARANTEES  |  DIFFERENT RUNTIME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Decision Guide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SCAFFOLD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CHECKPOINTS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68 files exist: 7 agents, 19 skills, 12 hooks, templates, state files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39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Script Execution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267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hook script in isolation with mock input; verify exit codes and error messages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974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33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Run: Solo Mode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trivial issue (e.g., 'Add health endpoint'), assign to @copilot, verify PR output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Enforcement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violate each gate (break coverage, add .env, upward import) and verify blocking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822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Test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/build on a small full-stack app; confirm all 8 phases complete with passing evaluator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960120"/>
            <a:ext cx="3794760" cy="3520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74920" y="10515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BUILT-IN VALIDATION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automatically runs these on every agent session: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1783080"/>
            <a:ext cx="34290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9" name="Shape 27"/>
          <p:cNvSpPr/>
          <p:nvPr/>
        </p:nvSpPr>
        <p:spPr>
          <a:xfrm>
            <a:off x="5074920" y="178308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180136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19659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for security vulnerabilities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74920" y="2258568"/>
            <a:ext cx="34290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3" name="Shape 31"/>
          <p:cNvSpPr/>
          <p:nvPr/>
        </p:nvSpPr>
        <p:spPr>
          <a:xfrm>
            <a:off x="5074920" y="2258568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22768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Database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4414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 dependency scanning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74920" y="2734056"/>
            <a:ext cx="34290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7" name="Shape 35"/>
          <p:cNvSpPr/>
          <p:nvPr/>
        </p:nvSpPr>
        <p:spPr>
          <a:xfrm>
            <a:off x="5074920" y="2734056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257800" y="275234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291693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credential leaks in commits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74920" y="3209544"/>
            <a:ext cx="34290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1" name="Shape 39"/>
          <p:cNvSpPr/>
          <p:nvPr/>
        </p:nvSpPr>
        <p:spPr>
          <a:xfrm>
            <a:off x="5074920" y="3209544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5257800" y="32278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Code Review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3392424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review of generated code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74920" y="3685032"/>
            <a:ext cx="342900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5" name="Shape 43"/>
          <p:cNvSpPr/>
          <p:nvPr/>
        </p:nvSpPr>
        <p:spPr>
          <a:xfrm>
            <a:off x="5074920" y="3685032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3703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Tests + Linter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86791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test suite and linter automatically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74920" y="4160520"/>
            <a:ext cx="3429000" cy="228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9" name="Text 47"/>
          <p:cNvSpPr/>
          <p:nvPr/>
        </p:nvSpPr>
        <p:spPr>
          <a:xfrm>
            <a:off x="5074920" y="416052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in Settings → Copilot → Coding Agent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Validation Strategy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vs AZURE AI FOUNDRY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Harness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Foundry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Autonomous code generation with quality gates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AI agent platform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agents (read/edit/execute/search)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agents, workflow agents, hosted agents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loop + Karpathy ratchet (code-specific)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drag-and-drop + Agent Framework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Support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 model (GPT-4o class)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11,000+ models (OpenAI, Claude, Mistral, etc.)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3-layer: API + Playwright + Vision scoring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Evaluations + custom metrics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 (context7) + repo context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IQ RAG + Azure AI Search + Fabric + Bing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API, Docker, shell tools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1,400+ Logic Apps connectors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cloud VM (ephemeral per issue)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managed infra + private VNet + sovereign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hook scripts + CodeQL + secret scanning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+ RBAC + content filters + VNet isolation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Voice/Multi-modal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Live API + multi-modal reasoning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Requests with tested code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responses, Teams/M365 integrations, custom UI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Azure AI Foundry Comparison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COPILOT HARNESS + AZURE AI FOUNDRY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1371600" cy="8229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37360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8229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822960"/>
            <a:ext cx="42062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CLOUD VM — Harness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234440"/>
            <a:ext cx="73152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17520" y="1234440"/>
            <a:ext cx="73152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86200" y="1234440"/>
            <a:ext cx="7315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7315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32120" y="1234440"/>
            <a:ext cx="73152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1234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63640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960120"/>
            <a:ext cx="137160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9601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960120"/>
            <a:ext cx="73152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1097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7744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MCP / API calls  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Responses / Evals  ▲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651760"/>
            <a:ext cx="8412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651760"/>
            <a:ext cx="8412480" cy="3200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26517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 —  Complementary Services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108960"/>
            <a:ext cx="1234440" cy="1188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11,000+ models for specialized tasks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65960" y="3108960"/>
            <a:ext cx="1234440" cy="11887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201168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retrieval-augmented generation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83280" y="3108960"/>
            <a:ext cx="1234440" cy="118872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36" name="Text 34"/>
          <p:cNvSpPr/>
          <p:nvPr/>
        </p:nvSpPr>
        <p:spPr>
          <a:xfrm>
            <a:off x="342900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+ safety benchmarks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00600" y="3108960"/>
            <a:ext cx="1234440" cy="1188720"/>
          </a:xfrm>
          <a:prstGeom prst="rect">
            <a:avLst/>
          </a:prstGeom>
          <a:solidFill>
            <a:srgbClr val="0063B1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+ MCP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0" y="3108960"/>
            <a:ext cx="1234440" cy="1188720"/>
          </a:xfrm>
          <a:prstGeom prst="rect">
            <a:avLst/>
          </a:prstGeom>
          <a:solidFill>
            <a:srgbClr val="004E8C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6364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1,400+ enterprise integrations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635240" y="3108960"/>
            <a:ext cx="1234440" cy="1188720"/>
          </a:xfrm>
          <a:prstGeom prst="rect">
            <a:avLst/>
          </a:prstGeom>
          <a:solidFill>
            <a:srgbClr val="003F72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31546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Governance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80960" y="3657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+ RBAC + VNet + content filters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5760" y="2651760"/>
            <a:ext cx="73152" cy="18288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Harness Engine v1  |  Azure AI Foundry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github.com/cwijayasundara/copilot_harness_eng_v1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Variant: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github.com/cwijayasundara/claude_harness_eng_v1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Harness Design  |  OpenAI Harness Engineering  |  Karpathy Autoresearch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Harness Engine v1 — Architecture &amp; Comparison</dc:title>
  <dc:subject>PptxGenJS Presentation</dc:subject>
  <dc:creator>C K</dc:creator>
  <cp:lastModifiedBy>C K</cp:lastModifiedBy>
  <cp:revision>1</cp:revision>
  <dcterms:created xsi:type="dcterms:W3CDTF">2026-04-10T06:03:05Z</dcterms:created>
  <dcterms:modified xsi:type="dcterms:W3CDTF">2026-04-10T06:03:05Z</dcterms:modified>
</cp:coreProperties>
</file>